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260" r:id="rId5"/>
    <p:sldId id="261" r:id="rId6"/>
    <p:sldId id="262" r:id="rId7"/>
    <p:sldId id="276" r:id="rId8"/>
    <p:sldId id="263" r:id="rId9"/>
    <p:sldId id="264" r:id="rId10"/>
    <p:sldId id="265"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2"/>
    <p:restoredTop sz="94650"/>
  </p:normalViewPr>
  <p:slideViewPr>
    <p:cSldViewPr snapToGrid="0" snapToObjects="1">
      <p:cViewPr varScale="1">
        <p:scale>
          <a:sx n="108" d="100"/>
          <a:sy n="108" d="100"/>
        </p:scale>
        <p:origin x="70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BEA176-4E5C-4474-9F98-7EC7EF69B7EF}" type="doc">
      <dgm:prSet loTypeId="urn:microsoft.com/office/officeart/2018/2/layout/IconCircleList" loCatId="icon" qsTypeId="urn:microsoft.com/office/officeart/2005/8/quickstyle/simple1" qsCatId="simple" csTypeId="urn:microsoft.com/office/officeart/2018/5/colors/Iconchunking_neutralbg_accent2_2" csCatId="accent2" phldr="1"/>
      <dgm:spPr/>
      <dgm:t>
        <a:bodyPr/>
        <a:lstStyle/>
        <a:p>
          <a:endParaRPr lang="en-US"/>
        </a:p>
      </dgm:t>
    </dgm:pt>
    <dgm:pt modelId="{B30542DE-1800-4FEE-9680-285319CCAA14}">
      <dgm:prSet/>
      <dgm:spPr/>
      <dgm:t>
        <a:bodyPr/>
        <a:lstStyle/>
        <a:p>
          <a:r>
            <a:rPr lang="en-US" dirty="0"/>
            <a:t>Efficient data analysis</a:t>
          </a:r>
        </a:p>
      </dgm:t>
    </dgm:pt>
    <dgm:pt modelId="{2149A197-57C4-4898-8816-CDE20FC24FDD}" type="parTrans" cxnId="{F5904257-77DE-49B2-A606-BB9D34662142}">
      <dgm:prSet/>
      <dgm:spPr/>
      <dgm:t>
        <a:bodyPr/>
        <a:lstStyle/>
        <a:p>
          <a:endParaRPr lang="en-US"/>
        </a:p>
      </dgm:t>
    </dgm:pt>
    <dgm:pt modelId="{9407EC6A-784E-42CB-AFB6-FCD4FFC221DF}" type="sibTrans" cxnId="{F5904257-77DE-49B2-A606-BB9D34662142}">
      <dgm:prSet/>
      <dgm:spPr/>
      <dgm:t>
        <a:bodyPr/>
        <a:lstStyle/>
        <a:p>
          <a:endParaRPr lang="en-US"/>
        </a:p>
      </dgm:t>
    </dgm:pt>
    <dgm:pt modelId="{97BF09C0-D1E8-480C-BAD0-8CB7BDFEA81E}">
      <dgm:prSet/>
      <dgm:spPr/>
      <dgm:t>
        <a:bodyPr/>
        <a:lstStyle/>
        <a:p>
          <a:r>
            <a:rPr lang="en-US"/>
            <a:t>Record keeping</a:t>
          </a:r>
        </a:p>
      </dgm:t>
    </dgm:pt>
    <dgm:pt modelId="{760461FD-93DF-4EDE-9E76-A4838D1ED880}" type="parTrans" cxnId="{83E41AD2-3CAC-4F29-9993-85502A5168B5}">
      <dgm:prSet/>
      <dgm:spPr/>
      <dgm:t>
        <a:bodyPr/>
        <a:lstStyle/>
        <a:p>
          <a:endParaRPr lang="en-US"/>
        </a:p>
      </dgm:t>
    </dgm:pt>
    <dgm:pt modelId="{93CE2C78-2C32-4B59-BDD4-B7428F054811}" type="sibTrans" cxnId="{83E41AD2-3CAC-4F29-9993-85502A5168B5}">
      <dgm:prSet/>
      <dgm:spPr/>
      <dgm:t>
        <a:bodyPr/>
        <a:lstStyle/>
        <a:p>
          <a:endParaRPr lang="en-US"/>
        </a:p>
      </dgm:t>
    </dgm:pt>
    <dgm:pt modelId="{EDDCCFE1-F32F-497E-861C-C31A4B7615B1}">
      <dgm:prSet/>
      <dgm:spPr/>
      <dgm:t>
        <a:bodyPr/>
        <a:lstStyle/>
        <a:p>
          <a:r>
            <a:rPr lang="en-US" dirty="0"/>
            <a:t>Modular</a:t>
          </a:r>
        </a:p>
      </dgm:t>
    </dgm:pt>
    <dgm:pt modelId="{7B1D81E5-6062-40D5-AD02-1F01A22EA340}" type="parTrans" cxnId="{04EF4F94-3975-484B-B493-8606B0A80F8E}">
      <dgm:prSet/>
      <dgm:spPr/>
      <dgm:t>
        <a:bodyPr/>
        <a:lstStyle/>
        <a:p>
          <a:endParaRPr lang="en-US"/>
        </a:p>
      </dgm:t>
    </dgm:pt>
    <dgm:pt modelId="{DA14A3F6-B0D7-4327-A43F-3990C036CB23}" type="sibTrans" cxnId="{04EF4F94-3975-484B-B493-8606B0A80F8E}">
      <dgm:prSet/>
      <dgm:spPr/>
      <dgm:t>
        <a:bodyPr/>
        <a:lstStyle/>
        <a:p>
          <a:endParaRPr lang="en-US"/>
        </a:p>
      </dgm:t>
    </dgm:pt>
    <dgm:pt modelId="{9913E207-40AD-43A2-AB2E-51311BAC6527}">
      <dgm:prSet/>
      <dgm:spPr/>
      <dgm:t>
        <a:bodyPr/>
        <a:lstStyle/>
        <a:p>
          <a:r>
            <a:rPr lang="en-US"/>
            <a:t>Easy modification</a:t>
          </a:r>
        </a:p>
      </dgm:t>
    </dgm:pt>
    <dgm:pt modelId="{2CAFA4A6-EC81-4FF7-911D-DD72B9D12AA6}" type="parTrans" cxnId="{7BE3EACB-A109-45D5-A5CD-4BA1E3EC66AE}">
      <dgm:prSet/>
      <dgm:spPr/>
      <dgm:t>
        <a:bodyPr/>
        <a:lstStyle/>
        <a:p>
          <a:endParaRPr lang="en-US"/>
        </a:p>
      </dgm:t>
    </dgm:pt>
    <dgm:pt modelId="{AB3CFEFF-033C-48C7-A44A-B898037316A9}" type="sibTrans" cxnId="{7BE3EACB-A109-45D5-A5CD-4BA1E3EC66AE}">
      <dgm:prSet/>
      <dgm:spPr/>
      <dgm:t>
        <a:bodyPr/>
        <a:lstStyle/>
        <a:p>
          <a:endParaRPr lang="en-US"/>
        </a:p>
      </dgm:t>
    </dgm:pt>
    <dgm:pt modelId="{F5270632-6590-4143-B381-A1A65D2809BA}" type="pres">
      <dgm:prSet presAssocID="{3ABEA176-4E5C-4474-9F98-7EC7EF69B7EF}" presName="root" presStyleCnt="0">
        <dgm:presLayoutVars>
          <dgm:dir/>
          <dgm:resizeHandles val="exact"/>
        </dgm:presLayoutVars>
      </dgm:prSet>
      <dgm:spPr/>
    </dgm:pt>
    <dgm:pt modelId="{587FD9D8-9010-4F81-90CE-4B77EAB9FCD2}" type="pres">
      <dgm:prSet presAssocID="{3ABEA176-4E5C-4474-9F98-7EC7EF69B7EF}" presName="container" presStyleCnt="0">
        <dgm:presLayoutVars>
          <dgm:dir/>
          <dgm:resizeHandles val="exact"/>
        </dgm:presLayoutVars>
      </dgm:prSet>
      <dgm:spPr/>
    </dgm:pt>
    <dgm:pt modelId="{18B4FD2D-4B5C-4CCD-BBDF-6D4396FC7579}" type="pres">
      <dgm:prSet presAssocID="{B30542DE-1800-4FEE-9680-285319CCAA14}" presName="compNode" presStyleCnt="0"/>
      <dgm:spPr/>
    </dgm:pt>
    <dgm:pt modelId="{D7B89325-2643-49D1-8673-E235BA37E315}" type="pres">
      <dgm:prSet presAssocID="{B30542DE-1800-4FEE-9680-285319CCAA14}" presName="iconBgRect" presStyleLbl="bgShp" presStyleIdx="0" presStyleCnt="4"/>
      <dgm:spPr/>
    </dgm:pt>
    <dgm:pt modelId="{2276DDE4-8833-440D-A472-DAC011274FEC}" type="pres">
      <dgm:prSet presAssocID="{B30542DE-1800-4FEE-9680-285319CCAA1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2C409159-730E-473C-A44E-4784620BB471}" type="pres">
      <dgm:prSet presAssocID="{B30542DE-1800-4FEE-9680-285319CCAA14}" presName="spaceRect" presStyleCnt="0"/>
      <dgm:spPr/>
    </dgm:pt>
    <dgm:pt modelId="{39E6B847-5C24-4341-A0B1-69F1B9E667FE}" type="pres">
      <dgm:prSet presAssocID="{B30542DE-1800-4FEE-9680-285319CCAA14}" presName="textRect" presStyleLbl="revTx" presStyleIdx="0" presStyleCnt="4">
        <dgm:presLayoutVars>
          <dgm:chMax val="1"/>
          <dgm:chPref val="1"/>
        </dgm:presLayoutVars>
      </dgm:prSet>
      <dgm:spPr/>
    </dgm:pt>
    <dgm:pt modelId="{1414572C-9FE6-4903-84D1-EE862B5E2F59}" type="pres">
      <dgm:prSet presAssocID="{9407EC6A-784E-42CB-AFB6-FCD4FFC221DF}" presName="sibTrans" presStyleLbl="sibTrans2D1" presStyleIdx="0" presStyleCnt="0"/>
      <dgm:spPr/>
    </dgm:pt>
    <dgm:pt modelId="{D94F421F-CD6E-4D50-8D6F-ECE09257C2C2}" type="pres">
      <dgm:prSet presAssocID="{97BF09C0-D1E8-480C-BAD0-8CB7BDFEA81E}" presName="compNode" presStyleCnt="0"/>
      <dgm:spPr/>
    </dgm:pt>
    <dgm:pt modelId="{0383AE5D-A006-4612-AE19-10ABC5482A5A}" type="pres">
      <dgm:prSet presAssocID="{97BF09C0-D1E8-480C-BAD0-8CB7BDFEA81E}" presName="iconBgRect" presStyleLbl="bgShp" presStyleIdx="1" presStyleCnt="4"/>
      <dgm:spPr/>
    </dgm:pt>
    <dgm:pt modelId="{1DDBAD24-6238-4A9F-A08B-E61D68D7EB8F}" type="pres">
      <dgm:prSet presAssocID="{97BF09C0-D1E8-480C-BAD0-8CB7BDFEA81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D054E2E9-86BD-4F06-A3C8-BEAD40B012B5}" type="pres">
      <dgm:prSet presAssocID="{97BF09C0-D1E8-480C-BAD0-8CB7BDFEA81E}" presName="spaceRect" presStyleCnt="0"/>
      <dgm:spPr/>
    </dgm:pt>
    <dgm:pt modelId="{919C34B3-6080-4D4C-97F0-2E15E04063F3}" type="pres">
      <dgm:prSet presAssocID="{97BF09C0-D1E8-480C-BAD0-8CB7BDFEA81E}" presName="textRect" presStyleLbl="revTx" presStyleIdx="1" presStyleCnt="4">
        <dgm:presLayoutVars>
          <dgm:chMax val="1"/>
          <dgm:chPref val="1"/>
        </dgm:presLayoutVars>
      </dgm:prSet>
      <dgm:spPr/>
    </dgm:pt>
    <dgm:pt modelId="{6A3AC96D-E919-4A93-A892-1B508ACF6479}" type="pres">
      <dgm:prSet presAssocID="{93CE2C78-2C32-4B59-BDD4-B7428F054811}" presName="sibTrans" presStyleLbl="sibTrans2D1" presStyleIdx="0" presStyleCnt="0"/>
      <dgm:spPr/>
    </dgm:pt>
    <dgm:pt modelId="{AEDAD568-541F-4D13-9E6E-D7FD32D15431}" type="pres">
      <dgm:prSet presAssocID="{EDDCCFE1-F32F-497E-861C-C31A4B7615B1}" presName="compNode" presStyleCnt="0"/>
      <dgm:spPr/>
    </dgm:pt>
    <dgm:pt modelId="{DA72344F-9C20-44F5-9FCD-721BB3715806}" type="pres">
      <dgm:prSet presAssocID="{EDDCCFE1-F32F-497E-861C-C31A4B7615B1}" presName="iconBgRect" presStyleLbl="bgShp" presStyleIdx="2" presStyleCnt="4"/>
      <dgm:spPr/>
    </dgm:pt>
    <dgm:pt modelId="{ADFF5616-B33F-462E-8033-088A4795174B}" type="pres">
      <dgm:prSet presAssocID="{EDDCCFE1-F32F-497E-861C-C31A4B7615B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a:ext>
      </dgm:extLst>
    </dgm:pt>
    <dgm:pt modelId="{63828DEE-0B68-4B90-927F-CD103F7076DA}" type="pres">
      <dgm:prSet presAssocID="{EDDCCFE1-F32F-497E-861C-C31A4B7615B1}" presName="spaceRect" presStyleCnt="0"/>
      <dgm:spPr/>
    </dgm:pt>
    <dgm:pt modelId="{13DA9516-3905-4DF4-8C78-63CDEFDC4B5A}" type="pres">
      <dgm:prSet presAssocID="{EDDCCFE1-F32F-497E-861C-C31A4B7615B1}" presName="textRect" presStyleLbl="revTx" presStyleIdx="2" presStyleCnt="4">
        <dgm:presLayoutVars>
          <dgm:chMax val="1"/>
          <dgm:chPref val="1"/>
        </dgm:presLayoutVars>
      </dgm:prSet>
      <dgm:spPr/>
    </dgm:pt>
    <dgm:pt modelId="{3DF5D93C-68BB-4031-8366-07332CB133F1}" type="pres">
      <dgm:prSet presAssocID="{DA14A3F6-B0D7-4327-A43F-3990C036CB23}" presName="sibTrans" presStyleLbl="sibTrans2D1" presStyleIdx="0" presStyleCnt="0"/>
      <dgm:spPr/>
    </dgm:pt>
    <dgm:pt modelId="{00B293B7-832A-4A4E-9D6F-CA9F93830861}" type="pres">
      <dgm:prSet presAssocID="{9913E207-40AD-43A2-AB2E-51311BAC6527}" presName="compNode" presStyleCnt="0"/>
      <dgm:spPr/>
    </dgm:pt>
    <dgm:pt modelId="{A190FBE9-463B-46B0-B834-110726332498}" type="pres">
      <dgm:prSet presAssocID="{9913E207-40AD-43A2-AB2E-51311BAC6527}" presName="iconBgRect" presStyleLbl="bgShp" presStyleIdx="3" presStyleCnt="4"/>
      <dgm:spPr/>
    </dgm:pt>
    <dgm:pt modelId="{61EED7C9-160C-4242-B31B-078030BBC7DF}" type="pres">
      <dgm:prSet presAssocID="{9913E207-40AD-43A2-AB2E-51311BAC65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E6A5F6C5-796E-4C22-BE2B-E2E0AA9FCF9C}" type="pres">
      <dgm:prSet presAssocID="{9913E207-40AD-43A2-AB2E-51311BAC6527}" presName="spaceRect" presStyleCnt="0"/>
      <dgm:spPr/>
    </dgm:pt>
    <dgm:pt modelId="{E867B162-9AE5-4DFB-896B-9C79B96500E9}" type="pres">
      <dgm:prSet presAssocID="{9913E207-40AD-43A2-AB2E-51311BAC6527}" presName="textRect" presStyleLbl="revTx" presStyleIdx="3" presStyleCnt="4">
        <dgm:presLayoutVars>
          <dgm:chMax val="1"/>
          <dgm:chPref val="1"/>
        </dgm:presLayoutVars>
      </dgm:prSet>
      <dgm:spPr/>
    </dgm:pt>
  </dgm:ptLst>
  <dgm:cxnLst>
    <dgm:cxn modelId="{B2C20403-417F-4253-BBC4-5642A08F29E2}" type="presOf" srcId="{EDDCCFE1-F32F-497E-861C-C31A4B7615B1}" destId="{13DA9516-3905-4DF4-8C78-63CDEFDC4B5A}" srcOrd="0" destOrd="0" presId="urn:microsoft.com/office/officeart/2018/2/layout/IconCircleList"/>
    <dgm:cxn modelId="{66E5111B-0BB1-48B7-A43F-AE057E39754D}" type="presOf" srcId="{93CE2C78-2C32-4B59-BDD4-B7428F054811}" destId="{6A3AC96D-E919-4A93-A892-1B508ACF6479}" srcOrd="0" destOrd="0" presId="urn:microsoft.com/office/officeart/2018/2/layout/IconCircleList"/>
    <dgm:cxn modelId="{F565093D-349B-48C7-8D0D-4F294144B635}" type="presOf" srcId="{97BF09C0-D1E8-480C-BAD0-8CB7BDFEA81E}" destId="{919C34B3-6080-4D4C-97F0-2E15E04063F3}" srcOrd="0" destOrd="0" presId="urn:microsoft.com/office/officeart/2018/2/layout/IconCircleList"/>
    <dgm:cxn modelId="{9D47DF6C-B1F7-4A4B-A0A1-F2CA70E28F73}" type="presOf" srcId="{9407EC6A-784E-42CB-AFB6-FCD4FFC221DF}" destId="{1414572C-9FE6-4903-84D1-EE862B5E2F59}" srcOrd="0" destOrd="0" presId="urn:microsoft.com/office/officeart/2018/2/layout/IconCircleList"/>
    <dgm:cxn modelId="{F5904257-77DE-49B2-A606-BB9D34662142}" srcId="{3ABEA176-4E5C-4474-9F98-7EC7EF69B7EF}" destId="{B30542DE-1800-4FEE-9680-285319CCAA14}" srcOrd="0" destOrd="0" parTransId="{2149A197-57C4-4898-8816-CDE20FC24FDD}" sibTransId="{9407EC6A-784E-42CB-AFB6-FCD4FFC221DF}"/>
    <dgm:cxn modelId="{04EF4F94-3975-484B-B493-8606B0A80F8E}" srcId="{3ABEA176-4E5C-4474-9F98-7EC7EF69B7EF}" destId="{EDDCCFE1-F32F-497E-861C-C31A4B7615B1}" srcOrd="2" destOrd="0" parTransId="{7B1D81E5-6062-40D5-AD02-1F01A22EA340}" sibTransId="{DA14A3F6-B0D7-4327-A43F-3990C036CB23}"/>
    <dgm:cxn modelId="{BB966896-EDCB-4DD1-AEE1-2D86877B8AE1}" type="presOf" srcId="{9913E207-40AD-43A2-AB2E-51311BAC6527}" destId="{E867B162-9AE5-4DFB-896B-9C79B96500E9}" srcOrd="0" destOrd="0" presId="urn:microsoft.com/office/officeart/2018/2/layout/IconCircleList"/>
    <dgm:cxn modelId="{AD1CEFAF-B00A-4EB6-A1D5-E98A178D8541}" type="presOf" srcId="{DA14A3F6-B0D7-4327-A43F-3990C036CB23}" destId="{3DF5D93C-68BB-4031-8366-07332CB133F1}" srcOrd="0" destOrd="0" presId="urn:microsoft.com/office/officeart/2018/2/layout/IconCircleList"/>
    <dgm:cxn modelId="{7DF4F0B4-AAF5-45EF-85BC-CBF52D3E8C34}" type="presOf" srcId="{3ABEA176-4E5C-4474-9F98-7EC7EF69B7EF}" destId="{F5270632-6590-4143-B381-A1A65D2809BA}" srcOrd="0" destOrd="0" presId="urn:microsoft.com/office/officeart/2018/2/layout/IconCircleList"/>
    <dgm:cxn modelId="{7BE3EACB-A109-45D5-A5CD-4BA1E3EC66AE}" srcId="{3ABEA176-4E5C-4474-9F98-7EC7EF69B7EF}" destId="{9913E207-40AD-43A2-AB2E-51311BAC6527}" srcOrd="3" destOrd="0" parTransId="{2CAFA4A6-EC81-4FF7-911D-DD72B9D12AA6}" sibTransId="{AB3CFEFF-033C-48C7-A44A-B898037316A9}"/>
    <dgm:cxn modelId="{83E41AD2-3CAC-4F29-9993-85502A5168B5}" srcId="{3ABEA176-4E5C-4474-9F98-7EC7EF69B7EF}" destId="{97BF09C0-D1E8-480C-BAD0-8CB7BDFEA81E}" srcOrd="1" destOrd="0" parTransId="{760461FD-93DF-4EDE-9E76-A4838D1ED880}" sibTransId="{93CE2C78-2C32-4B59-BDD4-B7428F054811}"/>
    <dgm:cxn modelId="{9276DCFD-D872-4DAF-904C-7526DEE75D21}" type="presOf" srcId="{B30542DE-1800-4FEE-9680-285319CCAA14}" destId="{39E6B847-5C24-4341-A0B1-69F1B9E667FE}" srcOrd="0" destOrd="0" presId="urn:microsoft.com/office/officeart/2018/2/layout/IconCircleList"/>
    <dgm:cxn modelId="{46D77351-3F4B-4A45-8541-27FAC08836DB}" type="presParOf" srcId="{F5270632-6590-4143-B381-A1A65D2809BA}" destId="{587FD9D8-9010-4F81-90CE-4B77EAB9FCD2}" srcOrd="0" destOrd="0" presId="urn:microsoft.com/office/officeart/2018/2/layout/IconCircleList"/>
    <dgm:cxn modelId="{A15E1217-DB99-4988-B404-F48D23DF5053}" type="presParOf" srcId="{587FD9D8-9010-4F81-90CE-4B77EAB9FCD2}" destId="{18B4FD2D-4B5C-4CCD-BBDF-6D4396FC7579}" srcOrd="0" destOrd="0" presId="urn:microsoft.com/office/officeart/2018/2/layout/IconCircleList"/>
    <dgm:cxn modelId="{53439343-37D3-4DDA-B221-3A54D55C2227}" type="presParOf" srcId="{18B4FD2D-4B5C-4CCD-BBDF-6D4396FC7579}" destId="{D7B89325-2643-49D1-8673-E235BA37E315}" srcOrd="0" destOrd="0" presId="urn:microsoft.com/office/officeart/2018/2/layout/IconCircleList"/>
    <dgm:cxn modelId="{F268DA98-EBC9-43DC-9801-3AD0F7CE2AAB}" type="presParOf" srcId="{18B4FD2D-4B5C-4CCD-BBDF-6D4396FC7579}" destId="{2276DDE4-8833-440D-A472-DAC011274FEC}" srcOrd="1" destOrd="0" presId="urn:microsoft.com/office/officeart/2018/2/layout/IconCircleList"/>
    <dgm:cxn modelId="{19212904-AF9A-4DE3-93F8-DEFF2B8E85C0}" type="presParOf" srcId="{18B4FD2D-4B5C-4CCD-BBDF-6D4396FC7579}" destId="{2C409159-730E-473C-A44E-4784620BB471}" srcOrd="2" destOrd="0" presId="urn:microsoft.com/office/officeart/2018/2/layout/IconCircleList"/>
    <dgm:cxn modelId="{5738F673-2AAB-4DF4-824C-02DCBBDBD9B8}" type="presParOf" srcId="{18B4FD2D-4B5C-4CCD-BBDF-6D4396FC7579}" destId="{39E6B847-5C24-4341-A0B1-69F1B9E667FE}" srcOrd="3" destOrd="0" presId="urn:microsoft.com/office/officeart/2018/2/layout/IconCircleList"/>
    <dgm:cxn modelId="{663073E5-C4B5-4DEC-947E-F4D18CEF2B24}" type="presParOf" srcId="{587FD9D8-9010-4F81-90CE-4B77EAB9FCD2}" destId="{1414572C-9FE6-4903-84D1-EE862B5E2F59}" srcOrd="1" destOrd="0" presId="urn:microsoft.com/office/officeart/2018/2/layout/IconCircleList"/>
    <dgm:cxn modelId="{BC94E431-9BE1-41D8-81D7-7B81D97EF0E4}" type="presParOf" srcId="{587FD9D8-9010-4F81-90CE-4B77EAB9FCD2}" destId="{D94F421F-CD6E-4D50-8D6F-ECE09257C2C2}" srcOrd="2" destOrd="0" presId="urn:microsoft.com/office/officeart/2018/2/layout/IconCircleList"/>
    <dgm:cxn modelId="{E3ABEB89-0B18-46B1-9856-769BB610C65A}" type="presParOf" srcId="{D94F421F-CD6E-4D50-8D6F-ECE09257C2C2}" destId="{0383AE5D-A006-4612-AE19-10ABC5482A5A}" srcOrd="0" destOrd="0" presId="urn:microsoft.com/office/officeart/2018/2/layout/IconCircleList"/>
    <dgm:cxn modelId="{84F5305C-8890-4D53-AF6E-6E35E8CE2A9B}" type="presParOf" srcId="{D94F421F-CD6E-4D50-8D6F-ECE09257C2C2}" destId="{1DDBAD24-6238-4A9F-A08B-E61D68D7EB8F}" srcOrd="1" destOrd="0" presId="urn:microsoft.com/office/officeart/2018/2/layout/IconCircleList"/>
    <dgm:cxn modelId="{11C7DAA2-14E2-441E-B6D0-786E75C5C364}" type="presParOf" srcId="{D94F421F-CD6E-4D50-8D6F-ECE09257C2C2}" destId="{D054E2E9-86BD-4F06-A3C8-BEAD40B012B5}" srcOrd="2" destOrd="0" presId="urn:microsoft.com/office/officeart/2018/2/layout/IconCircleList"/>
    <dgm:cxn modelId="{79992989-FB1D-43DB-B34E-DB7A31B068DF}" type="presParOf" srcId="{D94F421F-CD6E-4D50-8D6F-ECE09257C2C2}" destId="{919C34B3-6080-4D4C-97F0-2E15E04063F3}" srcOrd="3" destOrd="0" presId="urn:microsoft.com/office/officeart/2018/2/layout/IconCircleList"/>
    <dgm:cxn modelId="{C28C8923-8FB0-45D0-B501-F407C93E632C}" type="presParOf" srcId="{587FD9D8-9010-4F81-90CE-4B77EAB9FCD2}" destId="{6A3AC96D-E919-4A93-A892-1B508ACF6479}" srcOrd="3" destOrd="0" presId="urn:microsoft.com/office/officeart/2018/2/layout/IconCircleList"/>
    <dgm:cxn modelId="{56C33EB8-603A-4255-9CFF-5C119E11C257}" type="presParOf" srcId="{587FD9D8-9010-4F81-90CE-4B77EAB9FCD2}" destId="{AEDAD568-541F-4D13-9E6E-D7FD32D15431}" srcOrd="4" destOrd="0" presId="urn:microsoft.com/office/officeart/2018/2/layout/IconCircleList"/>
    <dgm:cxn modelId="{313BF189-6DE7-46F6-95B8-7EEF77765A58}" type="presParOf" srcId="{AEDAD568-541F-4D13-9E6E-D7FD32D15431}" destId="{DA72344F-9C20-44F5-9FCD-721BB3715806}" srcOrd="0" destOrd="0" presId="urn:microsoft.com/office/officeart/2018/2/layout/IconCircleList"/>
    <dgm:cxn modelId="{A344D531-7253-4A32-9C83-BB42C4EACB11}" type="presParOf" srcId="{AEDAD568-541F-4D13-9E6E-D7FD32D15431}" destId="{ADFF5616-B33F-462E-8033-088A4795174B}" srcOrd="1" destOrd="0" presId="urn:microsoft.com/office/officeart/2018/2/layout/IconCircleList"/>
    <dgm:cxn modelId="{66F4D93C-0726-4E2D-9AA1-E95E5175CBB9}" type="presParOf" srcId="{AEDAD568-541F-4D13-9E6E-D7FD32D15431}" destId="{63828DEE-0B68-4B90-927F-CD103F7076DA}" srcOrd="2" destOrd="0" presId="urn:microsoft.com/office/officeart/2018/2/layout/IconCircleList"/>
    <dgm:cxn modelId="{B3B2DF65-A8A2-4210-87C0-7AEEE731EFB0}" type="presParOf" srcId="{AEDAD568-541F-4D13-9E6E-D7FD32D15431}" destId="{13DA9516-3905-4DF4-8C78-63CDEFDC4B5A}" srcOrd="3" destOrd="0" presId="urn:microsoft.com/office/officeart/2018/2/layout/IconCircleList"/>
    <dgm:cxn modelId="{8DC691F7-E4B3-41D9-B1BD-852BFDC5C61F}" type="presParOf" srcId="{587FD9D8-9010-4F81-90CE-4B77EAB9FCD2}" destId="{3DF5D93C-68BB-4031-8366-07332CB133F1}" srcOrd="5" destOrd="0" presId="urn:microsoft.com/office/officeart/2018/2/layout/IconCircleList"/>
    <dgm:cxn modelId="{CC01DDB0-A4E6-4ADE-96F0-1B0AC93F09C5}" type="presParOf" srcId="{587FD9D8-9010-4F81-90CE-4B77EAB9FCD2}" destId="{00B293B7-832A-4A4E-9D6F-CA9F93830861}" srcOrd="6" destOrd="0" presId="urn:microsoft.com/office/officeart/2018/2/layout/IconCircleList"/>
    <dgm:cxn modelId="{0CB7C18F-CA39-4F07-91C8-08B33F6CB135}" type="presParOf" srcId="{00B293B7-832A-4A4E-9D6F-CA9F93830861}" destId="{A190FBE9-463B-46B0-B834-110726332498}" srcOrd="0" destOrd="0" presId="urn:microsoft.com/office/officeart/2018/2/layout/IconCircleList"/>
    <dgm:cxn modelId="{D089B47A-91BD-42A7-9B01-6FFE39294105}" type="presParOf" srcId="{00B293B7-832A-4A4E-9D6F-CA9F93830861}" destId="{61EED7C9-160C-4242-B31B-078030BBC7DF}" srcOrd="1" destOrd="0" presId="urn:microsoft.com/office/officeart/2018/2/layout/IconCircleList"/>
    <dgm:cxn modelId="{C5B30806-9CF8-4F01-902C-FBB89569A360}" type="presParOf" srcId="{00B293B7-832A-4A4E-9D6F-CA9F93830861}" destId="{E6A5F6C5-796E-4C22-BE2B-E2E0AA9FCF9C}" srcOrd="2" destOrd="0" presId="urn:microsoft.com/office/officeart/2018/2/layout/IconCircleList"/>
    <dgm:cxn modelId="{F136C441-4B9F-4092-B684-29361A1A1076}" type="presParOf" srcId="{00B293B7-832A-4A4E-9D6F-CA9F93830861}" destId="{E867B162-9AE5-4DFB-896B-9C79B96500E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89325-2643-49D1-8673-E235BA37E315}">
      <dsp:nvSpPr>
        <dsp:cNvPr id="0" name=""/>
        <dsp:cNvSpPr/>
      </dsp:nvSpPr>
      <dsp:spPr>
        <a:xfrm>
          <a:off x="437006" y="44518"/>
          <a:ext cx="1242801" cy="12428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76DDE4-8833-440D-A472-DAC011274FEC}">
      <dsp:nvSpPr>
        <dsp:cNvPr id="0" name=""/>
        <dsp:cNvSpPr/>
      </dsp:nvSpPr>
      <dsp:spPr>
        <a:xfrm>
          <a:off x="697995" y="305506"/>
          <a:ext cx="720824" cy="7208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E6B847-5C24-4341-A0B1-69F1B9E667FE}">
      <dsp:nvSpPr>
        <dsp:cNvPr id="0" name=""/>
        <dsp:cNvSpPr/>
      </dsp:nvSpPr>
      <dsp:spPr>
        <a:xfrm>
          <a:off x="1946122" y="44518"/>
          <a:ext cx="2929459" cy="1242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Efficient data analysis</a:t>
          </a:r>
        </a:p>
      </dsp:txBody>
      <dsp:txXfrm>
        <a:off x="1946122" y="44518"/>
        <a:ext cx="2929459" cy="1242801"/>
      </dsp:txXfrm>
    </dsp:sp>
    <dsp:sp modelId="{0383AE5D-A006-4612-AE19-10ABC5482A5A}">
      <dsp:nvSpPr>
        <dsp:cNvPr id="0" name=""/>
        <dsp:cNvSpPr/>
      </dsp:nvSpPr>
      <dsp:spPr>
        <a:xfrm>
          <a:off x="5386018" y="44518"/>
          <a:ext cx="1242801" cy="12428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DBAD24-6238-4A9F-A08B-E61D68D7EB8F}">
      <dsp:nvSpPr>
        <dsp:cNvPr id="0" name=""/>
        <dsp:cNvSpPr/>
      </dsp:nvSpPr>
      <dsp:spPr>
        <a:xfrm>
          <a:off x="5647006" y="305506"/>
          <a:ext cx="720824" cy="7208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9C34B3-6080-4D4C-97F0-2E15E04063F3}">
      <dsp:nvSpPr>
        <dsp:cNvPr id="0" name=""/>
        <dsp:cNvSpPr/>
      </dsp:nvSpPr>
      <dsp:spPr>
        <a:xfrm>
          <a:off x="6895133" y="44518"/>
          <a:ext cx="2929459" cy="1242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Record keeping</a:t>
          </a:r>
        </a:p>
      </dsp:txBody>
      <dsp:txXfrm>
        <a:off x="6895133" y="44518"/>
        <a:ext cx="2929459" cy="1242801"/>
      </dsp:txXfrm>
    </dsp:sp>
    <dsp:sp modelId="{DA72344F-9C20-44F5-9FCD-721BB3715806}">
      <dsp:nvSpPr>
        <dsp:cNvPr id="0" name=""/>
        <dsp:cNvSpPr/>
      </dsp:nvSpPr>
      <dsp:spPr>
        <a:xfrm>
          <a:off x="437006" y="1814655"/>
          <a:ext cx="1242801" cy="12428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F5616-B33F-462E-8033-088A4795174B}">
      <dsp:nvSpPr>
        <dsp:cNvPr id="0" name=""/>
        <dsp:cNvSpPr/>
      </dsp:nvSpPr>
      <dsp:spPr>
        <a:xfrm>
          <a:off x="697995" y="2075643"/>
          <a:ext cx="720824" cy="7208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DA9516-3905-4DF4-8C78-63CDEFDC4B5A}">
      <dsp:nvSpPr>
        <dsp:cNvPr id="0" name=""/>
        <dsp:cNvSpPr/>
      </dsp:nvSpPr>
      <dsp:spPr>
        <a:xfrm>
          <a:off x="1946122" y="1814655"/>
          <a:ext cx="2929459" cy="1242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dirty="0"/>
            <a:t>Modular</a:t>
          </a:r>
        </a:p>
      </dsp:txBody>
      <dsp:txXfrm>
        <a:off x="1946122" y="1814655"/>
        <a:ext cx="2929459" cy="1242801"/>
      </dsp:txXfrm>
    </dsp:sp>
    <dsp:sp modelId="{A190FBE9-463B-46B0-B834-110726332498}">
      <dsp:nvSpPr>
        <dsp:cNvPr id="0" name=""/>
        <dsp:cNvSpPr/>
      </dsp:nvSpPr>
      <dsp:spPr>
        <a:xfrm>
          <a:off x="5386018" y="1814655"/>
          <a:ext cx="1242801" cy="124280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EED7C9-160C-4242-B31B-078030BBC7DF}">
      <dsp:nvSpPr>
        <dsp:cNvPr id="0" name=""/>
        <dsp:cNvSpPr/>
      </dsp:nvSpPr>
      <dsp:spPr>
        <a:xfrm>
          <a:off x="5647006" y="2075643"/>
          <a:ext cx="720824" cy="7208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67B162-9AE5-4DFB-896B-9C79B96500E9}">
      <dsp:nvSpPr>
        <dsp:cNvPr id="0" name=""/>
        <dsp:cNvSpPr/>
      </dsp:nvSpPr>
      <dsp:spPr>
        <a:xfrm>
          <a:off x="6895133" y="1814655"/>
          <a:ext cx="2929459" cy="12428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Easy modification</a:t>
          </a:r>
        </a:p>
      </dsp:txBody>
      <dsp:txXfrm>
        <a:off x="6895133" y="1814655"/>
        <a:ext cx="2929459" cy="124280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590E048-67E9-0047-941A-E01A58670722}" type="datetimeFigureOut">
              <a:rPr lang="en-US" smtClean="0"/>
              <a:t>12/18/2019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383196992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0E048-67E9-0047-941A-E01A58670722}" type="datetimeFigureOut">
              <a:rPr lang="en-US" smtClean="0"/>
              <a:t>12/18/2019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2832711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590E048-67E9-0047-941A-E01A58670722}" type="datetimeFigureOut">
              <a:rPr lang="en-US" smtClean="0"/>
              <a:t>12/18/2019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25535997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590E048-67E9-0047-941A-E01A58670722}" type="datetimeFigureOut">
              <a:rPr lang="en-US" smtClean="0"/>
              <a:t>12/18/2019</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2744594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590E048-67E9-0047-941A-E01A58670722}" type="datetimeFigureOut">
              <a:rPr lang="en-US" smtClean="0"/>
              <a:t>12/18/2019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A264A-0428-9F4D-9ABB-E175E7386770}"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63613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0E048-67E9-0047-941A-E01A58670722}" type="datetimeFigureOut">
              <a:rPr lang="en-US" smtClean="0"/>
              <a:t>12/18/2019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3038341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0E048-67E9-0047-941A-E01A58670722}" type="datetimeFigureOut">
              <a:rPr lang="en-US" smtClean="0"/>
              <a:t>12/18/2019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149560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590E048-67E9-0047-941A-E01A58670722}" type="datetimeFigureOut">
              <a:rPr lang="en-US" smtClean="0"/>
              <a:t>12/18/2019</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2039551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590E048-67E9-0047-941A-E01A58670722}" type="datetimeFigureOut">
              <a:rPr lang="en-US" smtClean="0"/>
              <a:t>12/18/2019</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336712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0E048-67E9-0047-941A-E01A58670722}" type="datetimeFigureOut">
              <a:rPr lang="en-US" smtClean="0"/>
              <a:t>12/18/2019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967046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0E048-67E9-0047-941A-E01A58670722}" type="datetimeFigureOut">
              <a:rPr lang="en-US" smtClean="0"/>
              <a:t>12/18/2019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A264A-0428-9F4D-9ABB-E175E7386770}" type="slidenum">
              <a:rPr lang="en-US" smtClean="0"/>
              <a:t>‹#›</a:t>
            </a:fld>
            <a:endParaRPr lang="en-US"/>
          </a:p>
        </p:txBody>
      </p:sp>
    </p:spTree>
    <p:extLst>
      <p:ext uri="{BB962C8B-B14F-4D97-AF65-F5344CB8AC3E}">
        <p14:creationId xmlns:p14="http://schemas.microsoft.com/office/powerpoint/2010/main" val="1190825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590E048-67E9-0047-941A-E01A58670722}" type="datetimeFigureOut">
              <a:rPr lang="en-US" smtClean="0"/>
              <a:t>12/18/2019</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25A264A-0428-9F4D-9ABB-E175E7386770}" type="slidenum">
              <a:rPr lang="en-US" smtClean="0"/>
              <a:t>‹#›</a:t>
            </a:fld>
            <a:endParaRPr lang="en-US"/>
          </a:p>
        </p:txBody>
      </p:sp>
    </p:spTree>
    <p:extLst>
      <p:ext uri="{BB962C8B-B14F-4D97-AF65-F5344CB8AC3E}">
        <p14:creationId xmlns:p14="http://schemas.microsoft.com/office/powerpoint/2010/main" val="3756485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5D991-FD10-1D46-9F4B-407870601F0E}"/>
              </a:ext>
            </a:extLst>
          </p:cNvPr>
          <p:cNvSpPr>
            <a:spLocks noGrp="1"/>
          </p:cNvSpPr>
          <p:nvPr>
            <p:ph type="ctrTitle"/>
          </p:nvPr>
        </p:nvSpPr>
        <p:spPr/>
        <p:txBody>
          <a:bodyPr/>
          <a:lstStyle/>
          <a:p>
            <a:r>
              <a:rPr lang="en-US" dirty="0"/>
              <a:t>NEW SOS ALARMS</a:t>
            </a:r>
          </a:p>
        </p:txBody>
      </p:sp>
      <p:sp>
        <p:nvSpPr>
          <p:cNvPr id="3" name="Subtitle 2">
            <a:extLst>
              <a:ext uri="{FF2B5EF4-FFF2-40B4-BE49-F238E27FC236}">
                <a16:creationId xmlns:a16="http://schemas.microsoft.com/office/drawing/2014/main" id="{F0D8C02C-F3DA-B34C-A525-DF713F213F0A}"/>
              </a:ext>
            </a:extLst>
          </p:cNvPr>
          <p:cNvSpPr>
            <a:spLocks noGrp="1"/>
          </p:cNvSpPr>
          <p:nvPr>
            <p:ph type="subTitle" idx="1"/>
          </p:nvPr>
        </p:nvSpPr>
        <p:spPr/>
        <p:txBody>
          <a:bodyPr/>
          <a:lstStyle/>
          <a:p>
            <a:r>
              <a:rPr lang="en-US" dirty="0"/>
              <a:t>By: Daniel Vilajeti</a:t>
            </a:r>
          </a:p>
        </p:txBody>
      </p:sp>
      <p:pic>
        <p:nvPicPr>
          <p:cNvPr id="5" name="Picture 4">
            <a:extLst>
              <a:ext uri="{FF2B5EF4-FFF2-40B4-BE49-F238E27FC236}">
                <a16:creationId xmlns:a16="http://schemas.microsoft.com/office/drawing/2014/main" id="{9115FDE6-6EE5-4D7C-B000-FC1BE5501515}"/>
              </a:ext>
            </a:extLst>
          </p:cNvPr>
          <p:cNvPicPr>
            <a:picLocks noChangeAspect="1"/>
          </p:cNvPicPr>
          <p:nvPr/>
        </p:nvPicPr>
        <p:blipFill>
          <a:blip r:embed="rId2"/>
          <a:stretch>
            <a:fillRect/>
          </a:stretch>
        </p:blipFill>
        <p:spPr>
          <a:xfrm>
            <a:off x="10252456" y="6381819"/>
            <a:ext cx="1847088" cy="356616"/>
          </a:xfrm>
          <a:prstGeom prst="rect">
            <a:avLst/>
          </a:prstGeom>
        </p:spPr>
      </p:pic>
    </p:spTree>
    <p:extLst>
      <p:ext uri="{BB962C8B-B14F-4D97-AF65-F5344CB8AC3E}">
        <p14:creationId xmlns:p14="http://schemas.microsoft.com/office/powerpoint/2010/main" val="478851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64709-7827-2C46-8132-BA2DAE266188}"/>
              </a:ext>
            </a:extLst>
          </p:cNvPr>
          <p:cNvSpPr>
            <a:spLocks noGrp="1"/>
          </p:cNvSpPr>
          <p:nvPr>
            <p:ph type="title"/>
          </p:nvPr>
        </p:nvSpPr>
        <p:spPr>
          <a:xfrm>
            <a:off x="2231136" y="964692"/>
            <a:ext cx="7729728" cy="1188720"/>
          </a:xfrm>
        </p:spPr>
        <p:txBody>
          <a:bodyPr>
            <a:normAutofit/>
          </a:bodyPr>
          <a:lstStyle/>
          <a:p>
            <a:r>
              <a:rPr lang="en-US" dirty="0"/>
              <a:t>Background</a:t>
            </a:r>
          </a:p>
        </p:txBody>
      </p:sp>
      <p:graphicFrame>
        <p:nvGraphicFramePr>
          <p:cNvPr id="5" name="Content Placeholder 2">
            <a:extLst>
              <a:ext uri="{FF2B5EF4-FFF2-40B4-BE49-F238E27FC236}">
                <a16:creationId xmlns:a16="http://schemas.microsoft.com/office/drawing/2014/main" id="{BB4397F8-3133-43F8-BE88-A649C9A45D6F}"/>
              </a:ext>
            </a:extLst>
          </p:cNvPr>
          <p:cNvGraphicFramePr>
            <a:graphicFrameLocks noGrp="1"/>
          </p:cNvGraphicFramePr>
          <p:nvPr>
            <p:ph idx="1"/>
            <p:extLst>
              <p:ext uri="{D42A27DB-BD31-4B8C-83A1-F6EECF244321}">
                <p14:modId xmlns:p14="http://schemas.microsoft.com/office/powerpoint/2010/main" val="712102039"/>
              </p:ext>
            </p:extLst>
          </p:nvPr>
        </p:nvGraphicFramePr>
        <p:xfrm>
          <a:off x="965201" y="2638425"/>
          <a:ext cx="10261600" cy="3101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6071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265D-79C1-7E4D-802E-F870D0F9F270}"/>
              </a:ext>
            </a:extLst>
          </p:cNvPr>
          <p:cNvSpPr>
            <a:spLocks noGrp="1"/>
          </p:cNvSpPr>
          <p:nvPr>
            <p:ph type="ctrTitle"/>
          </p:nvPr>
        </p:nvSpPr>
        <p:spPr/>
        <p:txBody>
          <a:bodyPr/>
          <a:lstStyle/>
          <a:p>
            <a:r>
              <a:rPr lang="en-US" dirty="0"/>
              <a:t>SQL Side</a:t>
            </a:r>
          </a:p>
        </p:txBody>
      </p:sp>
      <p:sp>
        <p:nvSpPr>
          <p:cNvPr id="3" name="Subtitle 2">
            <a:extLst>
              <a:ext uri="{FF2B5EF4-FFF2-40B4-BE49-F238E27FC236}">
                <a16:creationId xmlns:a16="http://schemas.microsoft.com/office/drawing/2014/main" id="{BED28924-8FD7-8749-90A2-B015B84C9375}"/>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8492EDE0-9ABC-41FD-A1D0-BB49831B1BF2}"/>
              </a:ext>
            </a:extLst>
          </p:cNvPr>
          <p:cNvPicPr>
            <a:picLocks noChangeAspect="1"/>
          </p:cNvPicPr>
          <p:nvPr/>
        </p:nvPicPr>
        <p:blipFill>
          <a:blip r:embed="rId2"/>
          <a:stretch>
            <a:fillRect/>
          </a:stretch>
        </p:blipFill>
        <p:spPr>
          <a:xfrm>
            <a:off x="10252456" y="6381819"/>
            <a:ext cx="1847088" cy="356616"/>
          </a:xfrm>
          <a:prstGeom prst="rect">
            <a:avLst/>
          </a:prstGeom>
        </p:spPr>
      </p:pic>
    </p:spTree>
    <p:extLst>
      <p:ext uri="{BB962C8B-B14F-4D97-AF65-F5344CB8AC3E}">
        <p14:creationId xmlns:p14="http://schemas.microsoft.com/office/powerpoint/2010/main" val="3014208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4D85-1526-D340-AF88-E7D95A5435DC}"/>
              </a:ext>
            </a:extLst>
          </p:cNvPr>
          <p:cNvSpPr>
            <a:spLocks noGrp="1"/>
          </p:cNvSpPr>
          <p:nvPr>
            <p:ph type="title"/>
          </p:nvPr>
        </p:nvSpPr>
        <p:spPr/>
        <p:txBody>
          <a:bodyPr/>
          <a:lstStyle/>
          <a:p>
            <a:r>
              <a:rPr lang="en-US" dirty="0"/>
              <a:t>Source of Data</a:t>
            </a:r>
          </a:p>
        </p:txBody>
      </p:sp>
      <p:sp>
        <p:nvSpPr>
          <p:cNvPr id="3" name="Content Placeholder 2">
            <a:extLst>
              <a:ext uri="{FF2B5EF4-FFF2-40B4-BE49-F238E27FC236}">
                <a16:creationId xmlns:a16="http://schemas.microsoft.com/office/drawing/2014/main" id="{3F587238-796E-4240-9434-CA3B572CBFFD}"/>
              </a:ext>
            </a:extLst>
          </p:cNvPr>
          <p:cNvSpPr>
            <a:spLocks noGrp="1"/>
          </p:cNvSpPr>
          <p:nvPr>
            <p:ph idx="1"/>
          </p:nvPr>
        </p:nvSpPr>
        <p:spPr/>
        <p:txBody>
          <a:bodyPr/>
          <a:lstStyle/>
          <a:p>
            <a:r>
              <a:rPr lang="en-US" dirty="0" err="1"/>
              <a:t>CNIGuard</a:t>
            </a:r>
            <a:r>
              <a:rPr lang="en-US" dirty="0"/>
              <a:t> sends .csv files which are later sent to SQL via </a:t>
            </a:r>
            <a:r>
              <a:rPr lang="en-US" dirty="0" err="1"/>
              <a:t>sql</a:t>
            </a:r>
            <a:r>
              <a:rPr lang="en-US" dirty="0"/>
              <a:t> import jobs</a:t>
            </a:r>
          </a:p>
          <a:p>
            <a:r>
              <a:rPr lang="en-US" dirty="0"/>
              <a:t>Data is loaded into </a:t>
            </a:r>
            <a:r>
              <a:rPr lang="en-US" dirty="0" err="1"/>
              <a:t>sos.SensorData</a:t>
            </a:r>
            <a:r>
              <a:rPr lang="en-US" dirty="0"/>
              <a:t> and </a:t>
            </a:r>
            <a:r>
              <a:rPr lang="en-US" dirty="0" err="1"/>
              <a:t>sos.SensorLocations</a:t>
            </a:r>
            <a:endParaRPr lang="en-US" dirty="0"/>
          </a:p>
          <a:p>
            <a:r>
              <a:rPr lang="en-US" dirty="0"/>
              <a:t>Copies of .csv files are archived</a:t>
            </a:r>
          </a:p>
          <a:p>
            <a:endParaRPr lang="en-US" dirty="0"/>
          </a:p>
        </p:txBody>
      </p:sp>
    </p:spTree>
    <p:extLst>
      <p:ext uri="{BB962C8B-B14F-4D97-AF65-F5344CB8AC3E}">
        <p14:creationId xmlns:p14="http://schemas.microsoft.com/office/powerpoint/2010/main" val="2927195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7B580-C6BB-C847-92F5-38E31BA6FC2E}"/>
              </a:ext>
            </a:extLst>
          </p:cNvPr>
          <p:cNvSpPr>
            <a:spLocks noGrp="1"/>
          </p:cNvSpPr>
          <p:nvPr>
            <p:ph type="title"/>
          </p:nvPr>
        </p:nvSpPr>
        <p:spPr/>
        <p:txBody>
          <a:bodyPr/>
          <a:lstStyle/>
          <a:p>
            <a:r>
              <a:rPr lang="en-US" dirty="0"/>
              <a:t>All </a:t>
            </a:r>
            <a:r>
              <a:rPr lang="en-US" dirty="0" err="1"/>
              <a:t>sos</a:t>
            </a:r>
            <a:r>
              <a:rPr lang="en-US" dirty="0"/>
              <a:t> Boxes</a:t>
            </a:r>
          </a:p>
        </p:txBody>
      </p:sp>
      <p:sp>
        <p:nvSpPr>
          <p:cNvPr id="3" name="Content Placeholder 2">
            <a:extLst>
              <a:ext uri="{FF2B5EF4-FFF2-40B4-BE49-F238E27FC236}">
                <a16:creationId xmlns:a16="http://schemas.microsoft.com/office/drawing/2014/main" id="{C02D4594-A7E0-5747-9FD0-8602D84B9DCD}"/>
              </a:ext>
            </a:extLst>
          </p:cNvPr>
          <p:cNvSpPr>
            <a:spLocks noGrp="1"/>
          </p:cNvSpPr>
          <p:nvPr>
            <p:ph idx="1"/>
          </p:nvPr>
        </p:nvSpPr>
        <p:spPr/>
        <p:txBody>
          <a:bodyPr/>
          <a:lstStyle/>
          <a:p>
            <a:r>
              <a:rPr lang="en-US" dirty="0"/>
              <a:t>Easy access: </a:t>
            </a:r>
            <a:r>
              <a:rPr lang="en-US" dirty="0" err="1"/>
              <a:t>sos.SOS_Structures</a:t>
            </a:r>
            <a:endParaRPr lang="en-US" dirty="0"/>
          </a:p>
          <a:p>
            <a:r>
              <a:rPr lang="en-US" dirty="0"/>
              <a:t>Query behind view is tricky and long</a:t>
            </a:r>
          </a:p>
          <a:p>
            <a:r>
              <a:rPr lang="en-US" dirty="0"/>
              <a:t>Number of active boxes fluctuates</a:t>
            </a:r>
          </a:p>
          <a:p>
            <a:r>
              <a:rPr lang="en-US" dirty="0"/>
              <a:t>Inefficient</a:t>
            </a:r>
          </a:p>
        </p:txBody>
      </p:sp>
    </p:spTree>
    <p:extLst>
      <p:ext uri="{BB962C8B-B14F-4D97-AF65-F5344CB8AC3E}">
        <p14:creationId xmlns:p14="http://schemas.microsoft.com/office/powerpoint/2010/main" val="55720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05FA-2C3D-3F42-A5B4-5CE0649DD416}"/>
              </a:ext>
            </a:extLst>
          </p:cNvPr>
          <p:cNvSpPr>
            <a:spLocks noGrp="1"/>
          </p:cNvSpPr>
          <p:nvPr>
            <p:ph type="title"/>
          </p:nvPr>
        </p:nvSpPr>
        <p:spPr/>
        <p:txBody>
          <a:bodyPr/>
          <a:lstStyle/>
          <a:p>
            <a:r>
              <a:rPr lang="en-US" dirty="0"/>
              <a:t>New tables</a:t>
            </a:r>
          </a:p>
        </p:txBody>
      </p:sp>
      <p:sp>
        <p:nvSpPr>
          <p:cNvPr id="3" name="Content Placeholder 2">
            <a:extLst>
              <a:ext uri="{FF2B5EF4-FFF2-40B4-BE49-F238E27FC236}">
                <a16:creationId xmlns:a16="http://schemas.microsoft.com/office/drawing/2014/main" id="{E0DE05BE-0C09-284E-8D7F-B880847FF73E}"/>
              </a:ext>
            </a:extLst>
          </p:cNvPr>
          <p:cNvSpPr>
            <a:spLocks noGrp="1"/>
          </p:cNvSpPr>
          <p:nvPr>
            <p:ph idx="1"/>
          </p:nvPr>
        </p:nvSpPr>
        <p:spPr/>
        <p:txBody>
          <a:bodyPr/>
          <a:lstStyle/>
          <a:p>
            <a:r>
              <a:rPr lang="en-US" dirty="0"/>
              <a:t>For record keeping purposes a few new tables were created</a:t>
            </a:r>
          </a:p>
          <a:p>
            <a:r>
              <a:rPr lang="en-US" dirty="0" err="1"/>
              <a:t>sos.Alarms</a:t>
            </a:r>
            <a:r>
              <a:rPr lang="en-US" dirty="0"/>
              <a:t> stores all alarms sent out</a:t>
            </a:r>
          </a:p>
          <a:p>
            <a:r>
              <a:rPr lang="en-US" dirty="0" err="1"/>
              <a:t>sos.AlarmsTracked</a:t>
            </a:r>
            <a:r>
              <a:rPr lang="en-US" dirty="0"/>
              <a:t> stores all tracked/acknowledged alarms</a:t>
            </a:r>
          </a:p>
          <a:p>
            <a:r>
              <a:rPr lang="en-US" dirty="0" err="1"/>
              <a:t>sos.AlarmTypes</a:t>
            </a:r>
            <a:r>
              <a:rPr lang="en-US" dirty="0"/>
              <a:t> stores all alarms (active and inactive)</a:t>
            </a:r>
          </a:p>
          <a:p>
            <a:r>
              <a:rPr lang="en-US" dirty="0" err="1"/>
              <a:t>sos.TestTypes</a:t>
            </a:r>
            <a:r>
              <a:rPr lang="en-US" dirty="0"/>
              <a:t> stores the test’s details behind each alarm</a:t>
            </a:r>
          </a:p>
        </p:txBody>
      </p:sp>
    </p:spTree>
    <p:extLst>
      <p:ext uri="{BB962C8B-B14F-4D97-AF65-F5344CB8AC3E}">
        <p14:creationId xmlns:p14="http://schemas.microsoft.com/office/powerpoint/2010/main" val="1557821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3994AD-4275-419E-A09B-6FECFABDE89F}"/>
              </a:ext>
            </a:extLst>
          </p:cNvPr>
          <p:cNvPicPr>
            <a:picLocks noChangeAspect="1"/>
          </p:cNvPicPr>
          <p:nvPr/>
        </p:nvPicPr>
        <p:blipFill>
          <a:blip r:embed="rId2"/>
          <a:stretch>
            <a:fillRect/>
          </a:stretch>
        </p:blipFill>
        <p:spPr>
          <a:xfrm>
            <a:off x="3500075" y="2223919"/>
            <a:ext cx="5191850" cy="2410161"/>
          </a:xfrm>
          <a:prstGeom prst="rect">
            <a:avLst/>
          </a:prstGeom>
        </p:spPr>
      </p:pic>
    </p:spTree>
    <p:extLst>
      <p:ext uri="{BB962C8B-B14F-4D97-AF65-F5344CB8AC3E}">
        <p14:creationId xmlns:p14="http://schemas.microsoft.com/office/powerpoint/2010/main" val="408171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09F7-2B4D-F140-9A48-919E9BF700C9}"/>
              </a:ext>
            </a:extLst>
          </p:cNvPr>
          <p:cNvSpPr>
            <a:spLocks noGrp="1"/>
          </p:cNvSpPr>
          <p:nvPr>
            <p:ph type="title"/>
          </p:nvPr>
        </p:nvSpPr>
        <p:spPr/>
        <p:txBody>
          <a:bodyPr/>
          <a:lstStyle/>
          <a:p>
            <a:r>
              <a:rPr lang="en-US" dirty="0"/>
              <a:t>Deprecated tables</a:t>
            </a:r>
          </a:p>
        </p:txBody>
      </p:sp>
      <p:sp>
        <p:nvSpPr>
          <p:cNvPr id="3" name="Content Placeholder 2">
            <a:extLst>
              <a:ext uri="{FF2B5EF4-FFF2-40B4-BE49-F238E27FC236}">
                <a16:creationId xmlns:a16="http://schemas.microsoft.com/office/drawing/2014/main" id="{592C8978-AE2D-BF4E-AB23-D2A1F83B475E}"/>
              </a:ext>
            </a:extLst>
          </p:cNvPr>
          <p:cNvSpPr>
            <a:spLocks noGrp="1"/>
          </p:cNvSpPr>
          <p:nvPr>
            <p:ph idx="1"/>
          </p:nvPr>
        </p:nvSpPr>
        <p:spPr/>
        <p:txBody>
          <a:bodyPr/>
          <a:lstStyle/>
          <a:p>
            <a:r>
              <a:rPr lang="en-US" dirty="0"/>
              <a:t>Older tables created previously to track alarms no longer needed</a:t>
            </a:r>
          </a:p>
          <a:p>
            <a:r>
              <a:rPr lang="en-US" dirty="0"/>
              <a:t>Tables that include ‘Test’ in their name are to be ignored</a:t>
            </a:r>
          </a:p>
        </p:txBody>
      </p:sp>
    </p:spTree>
    <p:extLst>
      <p:ext uri="{BB962C8B-B14F-4D97-AF65-F5344CB8AC3E}">
        <p14:creationId xmlns:p14="http://schemas.microsoft.com/office/powerpoint/2010/main" val="289398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840F5-54D2-3945-8690-253AC8325DF9}"/>
              </a:ext>
            </a:extLst>
          </p:cNvPr>
          <p:cNvSpPr>
            <a:spLocks noGrp="1"/>
          </p:cNvSpPr>
          <p:nvPr>
            <p:ph type="ctrTitle"/>
          </p:nvPr>
        </p:nvSpPr>
        <p:spPr/>
        <p:txBody>
          <a:bodyPr/>
          <a:lstStyle/>
          <a:p>
            <a:r>
              <a:rPr lang="en-US" dirty="0"/>
              <a:t>Python side</a:t>
            </a:r>
          </a:p>
        </p:txBody>
      </p:sp>
      <p:sp>
        <p:nvSpPr>
          <p:cNvPr id="3" name="Subtitle 2">
            <a:extLst>
              <a:ext uri="{FF2B5EF4-FFF2-40B4-BE49-F238E27FC236}">
                <a16:creationId xmlns:a16="http://schemas.microsoft.com/office/drawing/2014/main" id="{0E9F9105-E4F6-1849-8302-790C45C2ECB2}"/>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8D25D379-D53D-46F2-AA92-2B6065045934}"/>
              </a:ext>
            </a:extLst>
          </p:cNvPr>
          <p:cNvPicPr>
            <a:picLocks noChangeAspect="1"/>
          </p:cNvPicPr>
          <p:nvPr/>
        </p:nvPicPr>
        <p:blipFill>
          <a:blip r:embed="rId2"/>
          <a:stretch>
            <a:fillRect/>
          </a:stretch>
        </p:blipFill>
        <p:spPr>
          <a:xfrm>
            <a:off x="10252456" y="6381819"/>
            <a:ext cx="1847088" cy="356616"/>
          </a:xfrm>
          <a:prstGeom prst="rect">
            <a:avLst/>
          </a:prstGeom>
        </p:spPr>
      </p:pic>
    </p:spTree>
    <p:extLst>
      <p:ext uri="{BB962C8B-B14F-4D97-AF65-F5344CB8AC3E}">
        <p14:creationId xmlns:p14="http://schemas.microsoft.com/office/powerpoint/2010/main" val="258963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F8CFD-F289-0141-BD75-1BB9822B8149}"/>
              </a:ext>
            </a:extLst>
          </p:cNvPr>
          <p:cNvSpPr>
            <a:spLocks noGrp="1"/>
          </p:cNvSpPr>
          <p:nvPr>
            <p:ph type="title"/>
          </p:nvPr>
        </p:nvSpPr>
        <p:spPr/>
        <p:txBody>
          <a:bodyPr/>
          <a:lstStyle/>
          <a:p>
            <a:r>
              <a:rPr lang="en-US" dirty="0"/>
              <a:t>Why python?</a:t>
            </a:r>
          </a:p>
        </p:txBody>
      </p:sp>
      <p:sp>
        <p:nvSpPr>
          <p:cNvPr id="3" name="Content Placeholder 2">
            <a:extLst>
              <a:ext uri="{FF2B5EF4-FFF2-40B4-BE49-F238E27FC236}">
                <a16:creationId xmlns:a16="http://schemas.microsoft.com/office/drawing/2014/main" id="{DE8FE418-B48B-DE47-A9B2-CD44748A4453}"/>
              </a:ext>
            </a:extLst>
          </p:cNvPr>
          <p:cNvSpPr>
            <a:spLocks noGrp="1"/>
          </p:cNvSpPr>
          <p:nvPr>
            <p:ph idx="1"/>
          </p:nvPr>
        </p:nvSpPr>
        <p:spPr/>
        <p:txBody>
          <a:bodyPr/>
          <a:lstStyle/>
          <a:p>
            <a:r>
              <a:rPr lang="en-US" dirty="0"/>
              <a:t>Easy to learn</a:t>
            </a:r>
          </a:p>
          <a:p>
            <a:r>
              <a:rPr lang="en-US" dirty="0"/>
              <a:t>Data visualization</a:t>
            </a:r>
          </a:p>
          <a:p>
            <a:r>
              <a:rPr lang="en-US" dirty="0"/>
              <a:t>More tools for data analysis </a:t>
            </a:r>
          </a:p>
        </p:txBody>
      </p:sp>
    </p:spTree>
    <p:extLst>
      <p:ext uri="{BB962C8B-B14F-4D97-AF65-F5344CB8AC3E}">
        <p14:creationId xmlns:p14="http://schemas.microsoft.com/office/powerpoint/2010/main" val="2161217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32CD8-8E34-CE49-8E66-D61015904A78}"/>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DD9CC578-85CF-AF48-8B56-E3A8AB8B6AF8}"/>
              </a:ext>
            </a:extLst>
          </p:cNvPr>
          <p:cNvSpPr>
            <a:spLocks noGrp="1"/>
          </p:cNvSpPr>
          <p:nvPr>
            <p:ph idx="1"/>
          </p:nvPr>
        </p:nvSpPr>
        <p:spPr/>
        <p:txBody>
          <a:bodyPr/>
          <a:lstStyle/>
          <a:p>
            <a:r>
              <a:rPr lang="en-US" dirty="0"/>
              <a:t>4 classes that handle entire retrieval and analysis of data</a:t>
            </a:r>
          </a:p>
          <a:p>
            <a:r>
              <a:rPr lang="en-US" dirty="0" err="1"/>
              <a:t>alarms.py</a:t>
            </a:r>
            <a:endParaRPr lang="en-US" dirty="0"/>
          </a:p>
          <a:p>
            <a:r>
              <a:rPr lang="en-US" dirty="0" err="1"/>
              <a:t>sos.py</a:t>
            </a:r>
            <a:endParaRPr lang="en-US" dirty="0"/>
          </a:p>
          <a:p>
            <a:r>
              <a:rPr lang="en-US" dirty="0" err="1"/>
              <a:t>sql_email.py</a:t>
            </a:r>
            <a:endParaRPr lang="en-US" dirty="0"/>
          </a:p>
          <a:p>
            <a:r>
              <a:rPr lang="en-US" dirty="0" err="1"/>
              <a:t>db.py</a:t>
            </a:r>
            <a:endParaRPr lang="en-US" dirty="0"/>
          </a:p>
          <a:p>
            <a:r>
              <a:rPr lang="en-US" dirty="0"/>
              <a:t>Additional files include helper code</a:t>
            </a:r>
          </a:p>
          <a:p>
            <a:r>
              <a:rPr lang="en-US" dirty="0" err="1"/>
              <a:t>styles.py</a:t>
            </a:r>
            <a:endParaRPr lang="en-US" dirty="0"/>
          </a:p>
        </p:txBody>
      </p:sp>
    </p:spTree>
    <p:extLst>
      <p:ext uri="{BB962C8B-B14F-4D97-AF65-F5344CB8AC3E}">
        <p14:creationId xmlns:p14="http://schemas.microsoft.com/office/powerpoint/2010/main" val="4195289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15BA43-C605-1E41-9DED-455C90C778D2}"/>
              </a:ext>
            </a:extLst>
          </p:cNvPr>
          <p:cNvSpPr/>
          <p:nvPr/>
        </p:nvSpPr>
        <p:spPr>
          <a:xfrm>
            <a:off x="5050464" y="748929"/>
            <a:ext cx="1237793" cy="64858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sos</a:t>
            </a:r>
            <a:endParaRPr lang="en-US" dirty="0"/>
          </a:p>
        </p:txBody>
      </p:sp>
      <p:sp>
        <p:nvSpPr>
          <p:cNvPr id="7" name="Rectangle 6">
            <a:extLst>
              <a:ext uri="{FF2B5EF4-FFF2-40B4-BE49-F238E27FC236}">
                <a16:creationId xmlns:a16="http://schemas.microsoft.com/office/drawing/2014/main" id="{0164260D-94B6-B44B-9C2C-820A5DDCA1A8}"/>
              </a:ext>
            </a:extLst>
          </p:cNvPr>
          <p:cNvSpPr/>
          <p:nvPr/>
        </p:nvSpPr>
        <p:spPr>
          <a:xfrm>
            <a:off x="4178105" y="2165720"/>
            <a:ext cx="3193365" cy="64858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alarm</a:t>
            </a:r>
          </a:p>
        </p:txBody>
      </p:sp>
      <p:sp>
        <p:nvSpPr>
          <p:cNvPr id="8" name="Rectangle 7">
            <a:extLst>
              <a:ext uri="{FF2B5EF4-FFF2-40B4-BE49-F238E27FC236}">
                <a16:creationId xmlns:a16="http://schemas.microsoft.com/office/drawing/2014/main" id="{4F6A2FAD-D8AC-CC45-BAB3-8D238C89539E}"/>
              </a:ext>
            </a:extLst>
          </p:cNvPr>
          <p:cNvSpPr/>
          <p:nvPr/>
        </p:nvSpPr>
        <p:spPr>
          <a:xfrm>
            <a:off x="4540554" y="3582511"/>
            <a:ext cx="2250332" cy="141299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sql_email</a:t>
            </a:r>
            <a:endParaRPr lang="en-US" dirty="0"/>
          </a:p>
        </p:txBody>
      </p:sp>
      <p:cxnSp>
        <p:nvCxnSpPr>
          <p:cNvPr id="11" name="Straight Arrow Connector 10">
            <a:extLst>
              <a:ext uri="{FF2B5EF4-FFF2-40B4-BE49-F238E27FC236}">
                <a16:creationId xmlns:a16="http://schemas.microsoft.com/office/drawing/2014/main" id="{AD956730-766F-5D43-9BCF-B2FB1F892174}"/>
              </a:ext>
            </a:extLst>
          </p:cNvPr>
          <p:cNvCxnSpPr>
            <a:stCxn id="6" idx="2"/>
          </p:cNvCxnSpPr>
          <p:nvPr/>
        </p:nvCxnSpPr>
        <p:spPr>
          <a:xfrm flipH="1">
            <a:off x="5665720" y="1397516"/>
            <a:ext cx="3641" cy="768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BE0612C-3A9A-6B4B-8369-12EAB40961DA}"/>
              </a:ext>
            </a:extLst>
          </p:cNvPr>
          <p:cNvCxnSpPr/>
          <p:nvPr/>
        </p:nvCxnSpPr>
        <p:spPr>
          <a:xfrm flipH="1">
            <a:off x="5665720" y="2814307"/>
            <a:ext cx="3641" cy="768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89E71BA-B40D-A742-8EEA-A36EA8C2025F}"/>
              </a:ext>
            </a:extLst>
          </p:cNvPr>
          <p:cNvCxnSpPr>
            <a:cxnSpLocks/>
          </p:cNvCxnSpPr>
          <p:nvPr/>
        </p:nvCxnSpPr>
        <p:spPr>
          <a:xfrm>
            <a:off x="6790886" y="4289007"/>
            <a:ext cx="6560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Database">
            <a:extLst>
              <a:ext uri="{FF2B5EF4-FFF2-40B4-BE49-F238E27FC236}">
                <a16:creationId xmlns:a16="http://schemas.microsoft.com/office/drawing/2014/main" id="{FBAB0281-8DD0-E441-A6A4-DA40ED4E95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62193" y="839415"/>
            <a:ext cx="467614" cy="467614"/>
          </a:xfrm>
          <a:prstGeom prst="rect">
            <a:avLst/>
          </a:prstGeom>
        </p:spPr>
      </p:pic>
      <p:pic>
        <p:nvPicPr>
          <p:cNvPr id="19" name="Graphic 18" descr="Research">
            <a:extLst>
              <a:ext uri="{FF2B5EF4-FFF2-40B4-BE49-F238E27FC236}">
                <a16:creationId xmlns:a16="http://schemas.microsoft.com/office/drawing/2014/main" id="{557051BB-1066-2E47-983C-D4E9B35754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37220" y="2247791"/>
            <a:ext cx="484443" cy="484443"/>
          </a:xfrm>
          <a:prstGeom prst="rect">
            <a:avLst/>
          </a:prstGeom>
        </p:spPr>
      </p:pic>
      <p:pic>
        <p:nvPicPr>
          <p:cNvPr id="23" name="Graphic 22" descr="Email">
            <a:extLst>
              <a:ext uri="{FF2B5EF4-FFF2-40B4-BE49-F238E27FC236}">
                <a16:creationId xmlns:a16="http://schemas.microsoft.com/office/drawing/2014/main" id="{4C4CE788-F924-7B44-A8CE-29A55FA258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53969" y="4373797"/>
            <a:ext cx="536917" cy="536917"/>
          </a:xfrm>
          <a:prstGeom prst="rect">
            <a:avLst/>
          </a:prstGeom>
        </p:spPr>
      </p:pic>
      <p:pic>
        <p:nvPicPr>
          <p:cNvPr id="25" name="Graphic 24" descr="Users">
            <a:extLst>
              <a:ext uri="{FF2B5EF4-FFF2-40B4-BE49-F238E27FC236}">
                <a16:creationId xmlns:a16="http://schemas.microsoft.com/office/drawing/2014/main" id="{CAD98D93-95BF-4441-AED0-21D72C6DD1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03967" y="3831807"/>
            <a:ext cx="914400" cy="914400"/>
          </a:xfrm>
          <a:prstGeom prst="rect">
            <a:avLst/>
          </a:prstGeom>
        </p:spPr>
      </p:pic>
    </p:spTree>
    <p:extLst>
      <p:ext uri="{BB962C8B-B14F-4D97-AF65-F5344CB8AC3E}">
        <p14:creationId xmlns:p14="http://schemas.microsoft.com/office/powerpoint/2010/main" val="3150902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B8B03-D0E8-BB45-A981-2BF4722B750A}"/>
              </a:ext>
            </a:extLst>
          </p:cNvPr>
          <p:cNvSpPr>
            <a:spLocks noGrp="1"/>
          </p:cNvSpPr>
          <p:nvPr>
            <p:ph type="title"/>
          </p:nvPr>
        </p:nvSpPr>
        <p:spPr/>
        <p:txBody>
          <a:bodyPr/>
          <a:lstStyle/>
          <a:p>
            <a:r>
              <a:rPr lang="en-US" dirty="0" err="1"/>
              <a:t>Alarm.py</a:t>
            </a:r>
            <a:endParaRPr lang="en-US" dirty="0"/>
          </a:p>
        </p:txBody>
      </p:sp>
      <p:sp>
        <p:nvSpPr>
          <p:cNvPr id="3" name="Content Placeholder 2">
            <a:extLst>
              <a:ext uri="{FF2B5EF4-FFF2-40B4-BE49-F238E27FC236}">
                <a16:creationId xmlns:a16="http://schemas.microsoft.com/office/drawing/2014/main" id="{0942F751-B422-C543-9F3A-390728356385}"/>
              </a:ext>
            </a:extLst>
          </p:cNvPr>
          <p:cNvSpPr>
            <a:spLocks noGrp="1"/>
          </p:cNvSpPr>
          <p:nvPr>
            <p:ph idx="1"/>
          </p:nvPr>
        </p:nvSpPr>
        <p:spPr/>
        <p:txBody>
          <a:bodyPr/>
          <a:lstStyle/>
          <a:p>
            <a:pPr marL="0" indent="0">
              <a:buNone/>
            </a:pPr>
            <a:r>
              <a:rPr lang="en-US" dirty="0"/>
              <a:t>The purpose of this class is to reduce the interaction the user has with the other classes. Here the entire alarm process with exception to the provision of data is sourced.  All computations and orchestration of the other classes is implemented in this class allowing other </a:t>
            </a:r>
            <a:r>
              <a:rPr lang="en-US" dirty="0" err="1"/>
              <a:t>devs</a:t>
            </a:r>
            <a:r>
              <a:rPr lang="en-US" dirty="0"/>
              <a:t> to easily trace the logic behind the entire system.</a:t>
            </a:r>
          </a:p>
          <a:p>
            <a:r>
              <a:rPr lang="en-US" dirty="0"/>
              <a:t>analyze(…) analyzes the data of a given </a:t>
            </a:r>
            <a:r>
              <a:rPr lang="en-US" dirty="0" err="1"/>
              <a:t>sos</a:t>
            </a:r>
            <a:r>
              <a:rPr lang="en-US" dirty="0"/>
              <a:t> box</a:t>
            </a:r>
          </a:p>
          <a:p>
            <a:r>
              <a:rPr lang="en-US" dirty="0" err="1"/>
              <a:t>record_alarm</a:t>
            </a:r>
            <a:r>
              <a:rPr lang="en-US" dirty="0"/>
              <a:t>(…) records the alarms triggered for the given </a:t>
            </a:r>
            <a:r>
              <a:rPr lang="en-US" dirty="0" err="1"/>
              <a:t>sos</a:t>
            </a:r>
            <a:r>
              <a:rPr lang="en-US" dirty="0"/>
              <a:t> box</a:t>
            </a:r>
          </a:p>
          <a:p>
            <a:r>
              <a:rPr lang="en-US" dirty="0" err="1"/>
              <a:t>trigger_alarm</a:t>
            </a:r>
            <a:r>
              <a:rPr lang="en-US" dirty="0"/>
              <a:t>(…) builds email to then send to team</a:t>
            </a:r>
          </a:p>
        </p:txBody>
      </p:sp>
    </p:spTree>
    <p:extLst>
      <p:ext uri="{BB962C8B-B14F-4D97-AF65-F5344CB8AC3E}">
        <p14:creationId xmlns:p14="http://schemas.microsoft.com/office/powerpoint/2010/main" val="2109341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379B-B129-0647-916F-C901ECE173C6}"/>
              </a:ext>
            </a:extLst>
          </p:cNvPr>
          <p:cNvSpPr>
            <a:spLocks noGrp="1"/>
          </p:cNvSpPr>
          <p:nvPr>
            <p:ph type="title"/>
          </p:nvPr>
        </p:nvSpPr>
        <p:spPr/>
        <p:txBody>
          <a:bodyPr/>
          <a:lstStyle/>
          <a:p>
            <a:r>
              <a:rPr lang="en-US" dirty="0" err="1"/>
              <a:t>Sos.py</a:t>
            </a:r>
            <a:endParaRPr lang="en-US" dirty="0"/>
          </a:p>
        </p:txBody>
      </p:sp>
      <p:sp>
        <p:nvSpPr>
          <p:cNvPr id="3" name="Content Placeholder 2">
            <a:extLst>
              <a:ext uri="{FF2B5EF4-FFF2-40B4-BE49-F238E27FC236}">
                <a16:creationId xmlns:a16="http://schemas.microsoft.com/office/drawing/2014/main" id="{49898D80-B6C5-1244-89BF-39CBB6A3C6A1}"/>
              </a:ext>
            </a:extLst>
          </p:cNvPr>
          <p:cNvSpPr>
            <a:spLocks noGrp="1"/>
          </p:cNvSpPr>
          <p:nvPr>
            <p:ph idx="1"/>
          </p:nvPr>
        </p:nvSpPr>
        <p:spPr/>
        <p:txBody>
          <a:bodyPr/>
          <a:lstStyle/>
          <a:p>
            <a:pPr marL="0" indent="0">
              <a:buNone/>
            </a:pPr>
            <a:r>
              <a:rPr lang="en-US" dirty="0"/>
              <a:t>The sole purpose of this class is to act as a container for all data belonging to an </a:t>
            </a:r>
            <a:r>
              <a:rPr lang="en-US" dirty="0" err="1"/>
              <a:t>sos</a:t>
            </a:r>
            <a:r>
              <a:rPr lang="en-US" dirty="0"/>
              <a:t> box. This includes readings as well as structure info like Borough, </a:t>
            </a:r>
            <a:r>
              <a:rPr lang="en-US" dirty="0" err="1"/>
              <a:t>MSPlate</a:t>
            </a:r>
            <a:r>
              <a:rPr lang="en-US" dirty="0"/>
              <a:t>, S </a:t>
            </a:r>
            <a:r>
              <a:rPr lang="en-US" dirty="0" err="1"/>
              <a:t>tructureType</a:t>
            </a:r>
            <a:r>
              <a:rPr lang="en-US" dirty="0"/>
              <a:t>, etc.</a:t>
            </a:r>
          </a:p>
          <a:p>
            <a:r>
              <a:rPr lang="en-US" dirty="0" err="1"/>
              <a:t>get_unanalyzed_data</a:t>
            </a:r>
            <a:r>
              <a:rPr lang="en-US" dirty="0"/>
              <a:t>()</a:t>
            </a:r>
          </a:p>
          <a:p>
            <a:r>
              <a:rPr lang="en-US" dirty="0" err="1"/>
              <a:t>get_structure_info</a:t>
            </a:r>
            <a:r>
              <a:rPr lang="en-US" dirty="0"/>
              <a:t>()</a:t>
            </a:r>
          </a:p>
        </p:txBody>
      </p:sp>
    </p:spTree>
    <p:extLst>
      <p:ext uri="{BB962C8B-B14F-4D97-AF65-F5344CB8AC3E}">
        <p14:creationId xmlns:p14="http://schemas.microsoft.com/office/powerpoint/2010/main" val="2892138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C3265-FCE3-EA4A-A42A-B8CAE3D2DF30}"/>
              </a:ext>
            </a:extLst>
          </p:cNvPr>
          <p:cNvSpPr>
            <a:spLocks noGrp="1"/>
          </p:cNvSpPr>
          <p:nvPr>
            <p:ph type="title"/>
          </p:nvPr>
        </p:nvSpPr>
        <p:spPr/>
        <p:txBody>
          <a:bodyPr/>
          <a:lstStyle/>
          <a:p>
            <a:r>
              <a:rPr lang="en-US" dirty="0" err="1"/>
              <a:t>Sql_email.py</a:t>
            </a:r>
            <a:endParaRPr lang="en-US" dirty="0"/>
          </a:p>
        </p:txBody>
      </p:sp>
      <p:sp>
        <p:nvSpPr>
          <p:cNvPr id="3" name="Content Placeholder 2">
            <a:extLst>
              <a:ext uri="{FF2B5EF4-FFF2-40B4-BE49-F238E27FC236}">
                <a16:creationId xmlns:a16="http://schemas.microsoft.com/office/drawing/2014/main" id="{EB1B5CD1-9A46-A142-BFBB-0B1091B0740F}"/>
              </a:ext>
            </a:extLst>
          </p:cNvPr>
          <p:cNvSpPr>
            <a:spLocks noGrp="1"/>
          </p:cNvSpPr>
          <p:nvPr>
            <p:ph idx="1"/>
          </p:nvPr>
        </p:nvSpPr>
        <p:spPr/>
        <p:txBody>
          <a:bodyPr/>
          <a:lstStyle/>
          <a:p>
            <a:pPr marL="0" indent="0">
              <a:buNone/>
            </a:pPr>
            <a:r>
              <a:rPr lang="en-US" dirty="0"/>
              <a:t>This class provides the functionality to send emails using the </a:t>
            </a:r>
            <a:r>
              <a:rPr lang="en-US" dirty="0" err="1"/>
              <a:t>sql</a:t>
            </a:r>
            <a:r>
              <a:rPr lang="en-US" dirty="0"/>
              <a:t> stored procedure </a:t>
            </a:r>
            <a:r>
              <a:rPr lang="en-US" dirty="0" err="1"/>
              <a:t>sp_send_dbmail</a:t>
            </a:r>
            <a:endParaRPr lang="en-US" dirty="0"/>
          </a:p>
          <a:p>
            <a:r>
              <a:rPr lang="en-US" dirty="0" err="1"/>
              <a:t>send_email</a:t>
            </a:r>
            <a:r>
              <a:rPr lang="en-US" dirty="0"/>
              <a:t>(…)</a:t>
            </a:r>
          </a:p>
        </p:txBody>
      </p:sp>
    </p:spTree>
    <p:extLst>
      <p:ext uri="{BB962C8B-B14F-4D97-AF65-F5344CB8AC3E}">
        <p14:creationId xmlns:p14="http://schemas.microsoft.com/office/powerpoint/2010/main" val="203879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9EAD-CB1D-F644-91E7-F2211C311037}"/>
              </a:ext>
            </a:extLst>
          </p:cNvPr>
          <p:cNvSpPr>
            <a:spLocks noGrp="1"/>
          </p:cNvSpPr>
          <p:nvPr>
            <p:ph type="title"/>
          </p:nvPr>
        </p:nvSpPr>
        <p:spPr/>
        <p:txBody>
          <a:bodyPr/>
          <a:lstStyle/>
          <a:p>
            <a:r>
              <a:rPr lang="en-US" dirty="0" err="1"/>
              <a:t>Styles.py</a:t>
            </a:r>
            <a:endParaRPr lang="en-US" dirty="0"/>
          </a:p>
        </p:txBody>
      </p:sp>
      <p:sp>
        <p:nvSpPr>
          <p:cNvPr id="3" name="Content Placeholder 2">
            <a:extLst>
              <a:ext uri="{FF2B5EF4-FFF2-40B4-BE49-F238E27FC236}">
                <a16:creationId xmlns:a16="http://schemas.microsoft.com/office/drawing/2014/main" id="{465E1947-742F-E74E-9301-41B29F7B3DCA}"/>
              </a:ext>
            </a:extLst>
          </p:cNvPr>
          <p:cNvSpPr>
            <a:spLocks noGrp="1"/>
          </p:cNvSpPr>
          <p:nvPr>
            <p:ph idx="1"/>
          </p:nvPr>
        </p:nvSpPr>
        <p:spPr/>
        <p:txBody>
          <a:bodyPr/>
          <a:lstStyle/>
          <a:p>
            <a:pPr marL="0" indent="0">
              <a:buNone/>
            </a:pPr>
            <a:r>
              <a:rPr lang="en-US" dirty="0"/>
              <a:t>This file includes all helper functions used in designing the table seen on emails. The contents of this class are entirely abstracted from the user since they need not call any of these functions explicitly.</a:t>
            </a:r>
          </a:p>
          <a:p>
            <a:r>
              <a:rPr lang="en-US" dirty="0" err="1"/>
              <a:t>draw_table</a:t>
            </a:r>
            <a:r>
              <a:rPr lang="en-US" dirty="0"/>
              <a:t>(…)</a:t>
            </a:r>
          </a:p>
        </p:txBody>
      </p:sp>
    </p:spTree>
    <p:extLst>
      <p:ext uri="{BB962C8B-B14F-4D97-AF65-F5344CB8AC3E}">
        <p14:creationId xmlns:p14="http://schemas.microsoft.com/office/powerpoint/2010/main" val="1206901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D5C3-6236-074A-89B5-6D1D9C854407}"/>
              </a:ext>
            </a:extLst>
          </p:cNvPr>
          <p:cNvSpPr>
            <a:spLocks noGrp="1"/>
          </p:cNvSpPr>
          <p:nvPr>
            <p:ph type="title"/>
          </p:nvPr>
        </p:nvSpPr>
        <p:spPr/>
        <p:txBody>
          <a:bodyPr/>
          <a:lstStyle/>
          <a:p>
            <a:r>
              <a:rPr lang="en-US" dirty="0" err="1"/>
              <a:t>Db.py</a:t>
            </a:r>
            <a:endParaRPr lang="en-US" dirty="0"/>
          </a:p>
        </p:txBody>
      </p:sp>
      <p:sp>
        <p:nvSpPr>
          <p:cNvPr id="3" name="Content Placeholder 2">
            <a:extLst>
              <a:ext uri="{FF2B5EF4-FFF2-40B4-BE49-F238E27FC236}">
                <a16:creationId xmlns:a16="http://schemas.microsoft.com/office/drawing/2014/main" id="{0FCA3715-7144-0540-91D8-234E065915FF}"/>
              </a:ext>
            </a:extLst>
          </p:cNvPr>
          <p:cNvSpPr>
            <a:spLocks noGrp="1"/>
          </p:cNvSpPr>
          <p:nvPr>
            <p:ph idx="1"/>
          </p:nvPr>
        </p:nvSpPr>
        <p:spPr/>
        <p:txBody>
          <a:bodyPr/>
          <a:lstStyle/>
          <a:p>
            <a:pPr marL="0" indent="0">
              <a:buNone/>
            </a:pPr>
            <a:r>
              <a:rPr lang="en-US" dirty="0"/>
              <a:t>The purpose of the </a:t>
            </a:r>
            <a:r>
              <a:rPr lang="en-US" dirty="0" err="1"/>
              <a:t>db</a:t>
            </a:r>
            <a:r>
              <a:rPr lang="en-US" dirty="0"/>
              <a:t> class is to provide easy access and connection to the SQL server. The class handles the </a:t>
            </a:r>
            <a:r>
              <a:rPr lang="en-US" dirty="0" err="1"/>
              <a:t>signin</a:t>
            </a:r>
            <a:r>
              <a:rPr lang="en-US" dirty="0"/>
              <a:t>/</a:t>
            </a:r>
            <a:r>
              <a:rPr lang="en-US" dirty="0" err="1"/>
              <a:t>authentification</a:t>
            </a:r>
            <a:r>
              <a:rPr lang="en-US" dirty="0"/>
              <a:t> process of getting onto the SQL server and allows users access to its functionality.</a:t>
            </a:r>
          </a:p>
          <a:p>
            <a:r>
              <a:rPr lang="en-US" dirty="0" err="1"/>
              <a:t>get_conn</a:t>
            </a:r>
            <a:r>
              <a:rPr lang="en-US" dirty="0"/>
              <a:t>()</a:t>
            </a:r>
          </a:p>
          <a:p>
            <a:r>
              <a:rPr lang="en-US" dirty="0" err="1"/>
              <a:t>close_conn</a:t>
            </a:r>
            <a:r>
              <a:rPr lang="en-US" dirty="0"/>
              <a:t>()</a:t>
            </a:r>
          </a:p>
        </p:txBody>
      </p:sp>
    </p:spTree>
    <p:extLst>
      <p:ext uri="{BB962C8B-B14F-4D97-AF65-F5344CB8AC3E}">
        <p14:creationId xmlns:p14="http://schemas.microsoft.com/office/powerpoint/2010/main" val="77546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ADD7-5E42-1D49-B53A-4768CE235C4F}"/>
              </a:ext>
            </a:extLst>
          </p:cNvPr>
          <p:cNvSpPr>
            <a:spLocks noGrp="1"/>
          </p:cNvSpPr>
          <p:nvPr>
            <p:ph type="ctrTitle"/>
          </p:nvPr>
        </p:nvSpPr>
        <p:spPr/>
        <p:txBody>
          <a:bodyPr/>
          <a:lstStyle/>
          <a:p>
            <a:r>
              <a:rPr lang="en-US" dirty="0"/>
              <a:t>What’s next?</a:t>
            </a:r>
          </a:p>
        </p:txBody>
      </p:sp>
      <p:sp>
        <p:nvSpPr>
          <p:cNvPr id="3" name="Subtitle 2">
            <a:extLst>
              <a:ext uri="{FF2B5EF4-FFF2-40B4-BE49-F238E27FC236}">
                <a16:creationId xmlns:a16="http://schemas.microsoft.com/office/drawing/2014/main" id="{E5E890EF-D0DB-9245-A180-11E9C0D9A380}"/>
              </a:ext>
            </a:extLst>
          </p:cNvPr>
          <p:cNvSpPr>
            <a:spLocks noGrp="1"/>
          </p:cNvSpPr>
          <p:nvPr>
            <p:ph type="subTitle" idx="1"/>
          </p:nvPr>
        </p:nvSpPr>
        <p:spPr/>
        <p:txBody>
          <a:bodyPr/>
          <a:lstStyle/>
          <a:p>
            <a:endParaRPr lang="en-US" dirty="0"/>
          </a:p>
        </p:txBody>
      </p:sp>
      <p:pic>
        <p:nvPicPr>
          <p:cNvPr id="4" name="Picture 3">
            <a:extLst>
              <a:ext uri="{FF2B5EF4-FFF2-40B4-BE49-F238E27FC236}">
                <a16:creationId xmlns:a16="http://schemas.microsoft.com/office/drawing/2014/main" id="{EC6C72E5-128C-4631-B138-FDA2C2DA6470}"/>
              </a:ext>
            </a:extLst>
          </p:cNvPr>
          <p:cNvPicPr>
            <a:picLocks noChangeAspect="1"/>
          </p:cNvPicPr>
          <p:nvPr/>
        </p:nvPicPr>
        <p:blipFill>
          <a:blip r:embed="rId2"/>
          <a:stretch>
            <a:fillRect/>
          </a:stretch>
        </p:blipFill>
        <p:spPr>
          <a:xfrm>
            <a:off x="10252456" y="6381819"/>
            <a:ext cx="1847088" cy="356616"/>
          </a:xfrm>
          <a:prstGeom prst="rect">
            <a:avLst/>
          </a:prstGeom>
        </p:spPr>
      </p:pic>
    </p:spTree>
    <p:extLst>
      <p:ext uri="{BB962C8B-B14F-4D97-AF65-F5344CB8AC3E}">
        <p14:creationId xmlns:p14="http://schemas.microsoft.com/office/powerpoint/2010/main" val="697448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B529-EA5C-C241-8E88-D1349E397CC3}"/>
              </a:ext>
            </a:extLst>
          </p:cNvPr>
          <p:cNvSpPr>
            <a:spLocks noGrp="1"/>
          </p:cNvSpPr>
          <p:nvPr>
            <p:ph type="title"/>
          </p:nvPr>
        </p:nvSpPr>
        <p:spPr/>
        <p:txBody>
          <a:bodyPr/>
          <a:lstStyle/>
          <a:p>
            <a:r>
              <a:rPr lang="en-US" dirty="0"/>
              <a:t>Potential improvements</a:t>
            </a:r>
          </a:p>
        </p:txBody>
      </p:sp>
      <p:sp>
        <p:nvSpPr>
          <p:cNvPr id="3" name="Content Placeholder 2">
            <a:extLst>
              <a:ext uri="{FF2B5EF4-FFF2-40B4-BE49-F238E27FC236}">
                <a16:creationId xmlns:a16="http://schemas.microsoft.com/office/drawing/2014/main" id="{E2614A0C-62C5-0449-83EB-AB9F6E29F20C}"/>
              </a:ext>
            </a:extLst>
          </p:cNvPr>
          <p:cNvSpPr>
            <a:spLocks noGrp="1"/>
          </p:cNvSpPr>
          <p:nvPr>
            <p:ph idx="1"/>
          </p:nvPr>
        </p:nvSpPr>
        <p:spPr/>
        <p:txBody>
          <a:bodyPr/>
          <a:lstStyle/>
          <a:p>
            <a:r>
              <a:rPr lang="en-US" dirty="0"/>
              <a:t>Accounting for structure history</a:t>
            </a:r>
          </a:p>
          <a:p>
            <a:r>
              <a:rPr lang="en-US" dirty="0"/>
              <a:t>Dynamic analysis of data</a:t>
            </a:r>
          </a:p>
          <a:p>
            <a:r>
              <a:rPr lang="en-US" dirty="0"/>
              <a:t>Machine learning?</a:t>
            </a:r>
          </a:p>
          <a:p>
            <a:r>
              <a:rPr lang="en-US" dirty="0"/>
              <a:t>Code/SQL free alarm management</a:t>
            </a:r>
          </a:p>
          <a:p>
            <a:r>
              <a:rPr lang="en-US" dirty="0"/>
              <a:t>Moving alarm system to </a:t>
            </a:r>
            <a:r>
              <a:rPr lang="en-US"/>
              <a:t>the server</a:t>
            </a:r>
            <a:endParaRPr lang="en-US" dirty="0"/>
          </a:p>
        </p:txBody>
      </p:sp>
    </p:spTree>
    <p:extLst>
      <p:ext uri="{BB962C8B-B14F-4D97-AF65-F5344CB8AC3E}">
        <p14:creationId xmlns:p14="http://schemas.microsoft.com/office/powerpoint/2010/main" val="71530298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210</TotalTime>
  <Words>506</Words>
  <Application>Microsoft Office PowerPoint</Application>
  <PresentationFormat>Widescreen</PresentationFormat>
  <Paragraphs>68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Gill Sans MT</vt:lpstr>
      <vt:lpstr>Parcel</vt:lpstr>
      <vt:lpstr>NEW SOS ALARMS</vt:lpstr>
      <vt:lpstr>Background</vt:lpstr>
      <vt:lpstr>SQL Side</vt:lpstr>
      <vt:lpstr>Source of Data</vt:lpstr>
      <vt:lpstr>All sos Boxes</vt:lpstr>
      <vt:lpstr>New tables</vt:lpstr>
      <vt:lpstr>PowerPoint Presentation</vt:lpstr>
      <vt:lpstr>Deprecated tables</vt:lpstr>
      <vt:lpstr>Python side</vt:lpstr>
      <vt:lpstr>Why python?</vt:lpstr>
      <vt:lpstr>structure</vt:lpstr>
      <vt:lpstr>PowerPoint Presentation</vt:lpstr>
      <vt:lpstr>Alarm.py</vt:lpstr>
      <vt:lpstr>Sos.py</vt:lpstr>
      <vt:lpstr>Sql_email.py</vt:lpstr>
      <vt:lpstr>Styles.py</vt:lpstr>
      <vt:lpstr>Db.py</vt:lpstr>
      <vt:lpstr>What’s next?</vt:lpstr>
      <vt:lpstr>Potential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SOS ALARMS</dc:title>
  <dc:creator>Daniel Vilajeti</dc:creator>
  <cp:lastModifiedBy>Vilajeti, Daniel</cp:lastModifiedBy>
  <cp:revision>14</cp:revision>
  <dcterms:created xsi:type="dcterms:W3CDTF">2019-12-18T14:48:04Z</dcterms:created>
  <dcterms:modified xsi:type="dcterms:W3CDTF">2019-12-18T19:02:07Z</dcterms:modified>
</cp:coreProperties>
</file>